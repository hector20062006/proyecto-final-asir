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0"/>
            <a:ext cx="2286000" cy="51435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0"/>
            <a:ext cx="1828800" cy="5143500"/>
          </a:xfrm>
          <a:prstGeom prst="rect">
            <a:avLst/>
          </a:prstGeom>
          <a:solidFill>
            <a:srgbClr val="1E3250"/>
          </a:solidFill>
          <a:ln w="12700">
            <a:solidFill>
              <a:srgbClr val="1E32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65760"/>
            <a:ext cx="20116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PROYECTO FINAL ASIR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960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Automatizacion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Parking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inteligente con Raspberry Pi,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Arduino y Docker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475488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  ·  Hector    |    2025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1463040" cy="1005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ASIR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QUIENES SOMOS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solidFill>
            <a:srgbClr val="1E325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051560"/>
            <a:ext cx="1645920" cy="1645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51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Docker &amp; orquestacion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255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CI/CD con GitHub 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496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SSL/TLS + Cloudflare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736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Panel web (PHP/HTML/CSS)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Base de datos 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914400"/>
            <a:ext cx="3657600" cy="3657600"/>
          </a:xfrm>
          <a:prstGeom prst="rect">
            <a:avLst/>
          </a:prstGeom>
          <a:solidFill>
            <a:srgbClr val="1E3250"/>
          </a:solidFill>
          <a:ln w="254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1645920" cy="164592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51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512064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HECTOR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12080" y="3401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OCR (OpenCV + Tesseract)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6255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Arduino + Hardware fisico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8496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Raspberry Pi + Serial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40736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Script Python principal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4297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  API Telegram (con Imad)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7C7"/>
                </a:solidFill>
              </a:rPr>
              <a:t>Ciclo Superior de Administracion de Sistemas Informaticos en 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1E325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4980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877824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5568" y="777240"/>
            <a:ext cx="1920240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777240"/>
            <a:ext cx="192024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HARDWARE FISICO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54680" y="777240"/>
            <a:ext cx="55321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 Camaras (OCR)  |  Arduino (LCD, LEDs, servo)  |  Microinterruptores plazas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527048"/>
            <a:ext cx="27432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1E325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664208"/>
            <a:ext cx="7498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764792"/>
            <a:ext cx="548640" cy="548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15568" y="1664208"/>
            <a:ext cx="1920240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15568" y="1664208"/>
            <a:ext cx="192024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RASPBERRY PI  (Python + OpenCV+Tesseract)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154680" y="1664208"/>
            <a:ext cx="55321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Procesamiento paralelo de imagenes  |  Logica de acceso  |  Control Serial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34840" y="2414016"/>
            <a:ext cx="27432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551176"/>
            <a:ext cx="8412480" cy="749808"/>
          </a:xfrm>
          <a:prstGeom prst="rect">
            <a:avLst/>
          </a:prstGeom>
          <a:solidFill>
            <a:srgbClr val="1E3250"/>
          </a:solidFill>
          <a:ln w="254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551176"/>
            <a:ext cx="749808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2651760"/>
            <a:ext cx="548640" cy="5486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115568" y="2551176"/>
            <a:ext cx="1920240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5568" y="2551176"/>
            <a:ext cx="192024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  (Orquestacion de contenedores)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154680" y="2551176"/>
            <a:ext cx="55321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MySQL 8.0  |  API Python  |  Apache/PHP  |  Certbot (Let's Encrypt / Cloudflare)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434840" y="3300984"/>
            <a:ext cx="2743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3438144"/>
            <a:ext cx="8412480" cy="749808"/>
          </a:xfrm>
          <a:prstGeom prst="rect">
            <a:avLst/>
          </a:prstGeom>
          <a:solidFill>
            <a:srgbClr val="1E3250"/>
          </a:solidFill>
          <a:ln w="254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438144"/>
            <a:ext cx="749808" cy="7498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538728"/>
            <a:ext cx="548640" cy="5486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115568" y="3438144"/>
            <a:ext cx="1920240" cy="7498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115568" y="3438144"/>
            <a:ext cx="192024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PANEL WEB  (PHP + HTML + CSS)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154680" y="3438144"/>
            <a:ext cx="55321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Admin  |  Profesor  |  Alumno   —   Auditoria  |  Ocupacion  |  Reportes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7C7"/>
                </a:solidFill>
              </a:rPr>
              <a:t>Telegram API  &lt;-&gt;  Alertas en tiempo real  (Imad + Hector)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RECONOCIMIENTO DE MATRICULAS (OCR)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08760" cy="2926080"/>
          </a:xfrm>
          <a:prstGeom prst="rect">
            <a:avLst/>
          </a:prstGeom>
          <a:solidFill>
            <a:srgbClr val="1E325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05840"/>
            <a:ext cx="9144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Captura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2 camaras simultaneas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(entrada y salida)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2212848"/>
            <a:ext cx="21031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39112" y="868680"/>
            <a:ext cx="1508760" cy="2926080"/>
          </a:xfrm>
          <a:prstGeom prst="rect">
            <a:avLst/>
          </a:prstGeom>
          <a:solidFill>
            <a:srgbClr val="1E325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005840"/>
            <a:ext cx="9144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39112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OpenCV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039112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Preprocesado: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escala grises, umbral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47872" y="2212848"/>
            <a:ext cx="21031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58184" y="868680"/>
            <a:ext cx="1508760" cy="2926080"/>
          </a:xfrm>
          <a:prstGeom prst="rect">
            <a:avLst/>
          </a:prstGeom>
          <a:solidFill>
            <a:srgbClr val="1E325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005840"/>
            <a:ext cx="9144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58184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Tesseract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58184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OCR: extraccion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texto de matricula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266944" y="2212848"/>
            <a:ext cx="21031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77256" y="868680"/>
            <a:ext cx="1508760" cy="2926080"/>
          </a:xfrm>
          <a:prstGeom prst="rect">
            <a:avLst/>
          </a:prstGeom>
          <a:solidFill>
            <a:srgbClr val="1E325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005840"/>
            <a:ext cx="914400" cy="685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77256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MySQL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77256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Validacion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base de datos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986016" y="2212848"/>
            <a:ext cx="21031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96328" y="868680"/>
            <a:ext cx="1508760" cy="2926080"/>
          </a:xfrm>
          <a:prstGeom prst="rect">
            <a:avLst/>
          </a:prstGeom>
          <a:solidFill>
            <a:srgbClr val="1E325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005840"/>
            <a:ext cx="914400" cy="685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96328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Accion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196328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Barrera + LEDs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LCD + Telegram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0040" y="3931920"/>
            <a:ext cx="274320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05072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86968" y="3977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Threading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11480" y="4325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Procesamiento paralelo de ambas camaras sin bloqueos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3246120" y="3931920"/>
            <a:ext cx="274320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005072"/>
            <a:ext cx="411480" cy="4114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813048" y="3977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Control de estado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337560" y="4325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Impide entrar si ya esta dentro, o salir sin registro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172200" y="3931920"/>
            <a:ext cx="274320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005072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39128" y="3977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Auditoria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6263640" y="4325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Registra matriculas desconocidas para supervision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WEB DE GESTION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1E325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412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777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ADMINISTRADOR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48132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813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 y filtrar todas las incidencias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21284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128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Gestionar vehiculos autorizados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94436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44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Auditoria de accesos desconocidos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67588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6758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Control total del sistema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0" y="777240"/>
            <a:ext cx="2743200" cy="4160520"/>
          </a:xfrm>
          <a:prstGeom prst="rect">
            <a:avLst/>
          </a:prstGeom>
          <a:solidFill>
            <a:srgbClr val="1E325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777240"/>
            <a:ext cx="2743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841248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777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PROFESOR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291840" y="148132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83280" y="14813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Reportar vehiculos mal aparcados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91840" y="221284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22128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Solo si el coche esta dentro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291840" y="294436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83280" y="2944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Confirmacion/bloqueo inmediato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91840" y="367588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83280" y="36758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Historial de sus reportes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126480" y="777240"/>
            <a:ext cx="2743200" cy="4160520"/>
          </a:xfrm>
          <a:prstGeom prst="rect">
            <a:avLst/>
          </a:prstGeom>
          <a:solidFill>
            <a:srgbClr val="1E3250"/>
          </a:solidFill>
          <a:ln w="254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26480" y="777240"/>
            <a:ext cx="2743200" cy="5486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841248"/>
            <a:ext cx="402336" cy="40233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75120" y="777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ALUMNO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17920" y="148132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09360" y="14813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 estado de su vehiculo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17920" y="221284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09360" y="22128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Consultar si esta dentro o fuera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217920" y="294436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09360" y="2944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Historial de entradas/salidas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217920" y="3675888"/>
            <a:ext cx="2560320" cy="621792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09360" y="36758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Interfaz simplificada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7C7"/>
                </a:solidFill>
              </a:rPr>
              <a:t>PHP · HTML5 · CSS3  |  Apache + SSL/TLS (Let's Encrypt + Cloudflare DNS-01)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DOCKER, SEGURIDAD Y CI/CD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77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Contenedores orquestados con Docker Compose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1920240" cy="1691640"/>
          </a:xfrm>
          <a:prstGeom prst="rect">
            <a:avLst/>
          </a:prstGeom>
          <a:solidFill>
            <a:srgbClr val="1E3250"/>
          </a:solidFill>
          <a:ln w="25400">
            <a:solidFill>
              <a:srgbClr val="F291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325880"/>
            <a:ext cx="1920240" cy="347472"/>
          </a:xfrm>
          <a:prstGeom prst="rect">
            <a:avLst/>
          </a:prstGeom>
          <a:solidFill>
            <a:srgbClr val="F29111"/>
          </a:solidFill>
          <a:ln w="12700">
            <a:solidFill>
              <a:srgbClr val="F291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db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55648"/>
            <a:ext cx="91440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450592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MySQL 8.0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Base de datos parking_ASIR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68880" y="1325880"/>
            <a:ext cx="1920240" cy="1691640"/>
          </a:xfrm>
          <a:prstGeom prst="rect">
            <a:avLst/>
          </a:prstGeom>
          <a:solidFill>
            <a:srgbClr val="1E3250"/>
          </a:solidFill>
          <a:ln w="25400">
            <a:solidFill>
              <a:srgbClr val="377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68880" y="1325880"/>
            <a:ext cx="1920240" cy="34747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6888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python_app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755648"/>
            <a:ext cx="91440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68880" y="2450592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OCR + logica de acceso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Deteccion dinamica USB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0" y="1325880"/>
            <a:ext cx="1920240" cy="1691640"/>
          </a:xfrm>
          <a:prstGeom prst="rect">
            <a:avLst/>
          </a:prstGeom>
          <a:solidFill>
            <a:srgbClr val="1E325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0" y="1325880"/>
            <a:ext cx="19202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web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55648"/>
            <a:ext cx="91440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0" y="2450592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Apache + PHP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SSL puerto 443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675120" y="1325880"/>
            <a:ext cx="1920240" cy="1691640"/>
          </a:xfrm>
          <a:prstGeom prst="rect">
            <a:avLst/>
          </a:prstGeom>
          <a:solidFill>
            <a:srgbClr val="1E3250"/>
          </a:solidFill>
          <a:ln w="254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1325880"/>
            <a:ext cx="1920240" cy="34747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67512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certbot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755648"/>
            <a:ext cx="91440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75120" y="2450592"/>
            <a:ext cx="19202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Let's Encrypt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DNS-01 Cloudflare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65760" y="3200400"/>
            <a:ext cx="192024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6440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8680" y="32461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A0FF"/>
                </a:solidFill>
              </a:rPr>
              <a:t>HTTPS / TLS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38912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El certificado SSL se renueva solo. No hace falta abrir puertos en el router.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468880" y="3200400"/>
            <a:ext cx="192024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264408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971800" y="32461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A0FF"/>
                </a:solidFill>
              </a:rPr>
              <a:t>Variables de entorno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2542032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Las credenciales se guardan en un archivo separado, nunca dentro del codigo.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572000" y="3200400"/>
            <a:ext cx="192024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264408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74920" y="32461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A0FF"/>
                </a:solidFill>
              </a:rPr>
              <a:t>CI/CD GitHub Actions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4645152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Despliegue automatico en cada push. Auto-inicializacion de tablas.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675120" y="3200400"/>
            <a:ext cx="192024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264408"/>
            <a:ext cx="365760" cy="3657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78040" y="32461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A0FF"/>
                </a:solidFill>
              </a:rPr>
              <a:t>Auto-reparacion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6748272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El sistema detecta y recupera fallos solo, sin necesidad de intervencion manual.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NOTIFICACIONES EN TIEMPO REAL - TELEGRAM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2011680"/>
          </a:xfrm>
          <a:prstGeom prst="ellipse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API Telegram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7C7"/>
                </a:solidFill>
              </a:rPr>
              <a:t>Imad + Hector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0" y="822960"/>
            <a:ext cx="6035040" cy="713232"/>
          </a:xfrm>
          <a:prstGeom prst="rect">
            <a:avLst/>
          </a:prstGeom>
          <a:solidFill>
            <a:srgbClr val="1E3250"/>
          </a:solidFill>
          <a:ln w="254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96012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4992" y="859536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Entrada/Salida exitosa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64992" y="1152144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Bienvenido, [Nombre] / Adios, [Nombre] — notificacion al conductor en tiempo real.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0" y="1627632"/>
            <a:ext cx="6035040" cy="713232"/>
          </a:xfrm>
          <a:prstGeom prst="rect">
            <a:avLst/>
          </a:prstGeom>
          <a:solidFill>
            <a:srgbClr val="1E325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764792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64992" y="166420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Vehiculo no aparcado en 5 min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64992" y="1956816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Alerta autonoma si el coche entro pero no ocupo ninguna plaza en 5 minutos.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43200" y="2432304"/>
            <a:ext cx="6035040" cy="713232"/>
          </a:xfrm>
          <a:prstGeom prst="rect">
            <a:avLst/>
          </a:prstGeom>
          <a:solidFill>
            <a:srgbClr val="1E3250"/>
          </a:solidFill>
          <a:ln w="254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569464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64992" y="246888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Plaza abandonada sin salida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364992" y="2761488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El sensor de plaza se libera pero el coche no registra salida en 1 minuto.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743200" y="3236976"/>
            <a:ext cx="6035040" cy="713232"/>
          </a:xfrm>
          <a:prstGeom prst="rect">
            <a:avLst/>
          </a:prstGeom>
          <a:solidFill>
            <a:srgbClr val="1E325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3374136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64992" y="3273552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Matricula desconocida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364992" y="3566160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Registro automatico y notificacion de matriculas no autorizadas detectadas por OCR.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743200" y="4041648"/>
            <a:ext cx="6035040" cy="713232"/>
          </a:xfrm>
          <a:prstGeom prst="rect">
            <a:avLst/>
          </a:prstGeom>
          <a:solidFill>
            <a:srgbClr val="1E3250"/>
          </a:solidFill>
          <a:ln w="254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178808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64992" y="4078224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Reporte de mal aparcado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364992" y="4370832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El profesor reporta una matricula -&gt; Telegram confirma o bloquea segun estado real.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DE TECNOLOGIAS USADAS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377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886968"/>
            <a:ext cx="9144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002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76AB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Logica principal, OCR, threading, Serial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50592" y="7772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886968"/>
            <a:ext cx="9144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50592" y="16002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OpenCV+Tesseract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42032" y="2011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Vision por computador y reconocimiento OCR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26864" y="7772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0097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886968"/>
            <a:ext cx="9144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6864" y="16002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9D"/>
                </a:solidFill>
              </a:rPr>
              <a:t>Arduino (C++)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718304" y="2011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Control de LEDs, LCD, servo, interruptores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803136" y="7772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F291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886968"/>
            <a:ext cx="9144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3136" y="16002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9111"/>
                </a:solidFill>
              </a:rPr>
              <a:t>MySQL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894576" y="2011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Base de datos relacional centralizada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74320" y="28346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8892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2944368"/>
            <a:ext cx="9144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74320" y="36576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BF"/>
                </a:solidFill>
              </a:rPr>
              <a:t>PHP+HTML+CSS3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5760" y="40690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Panel web multi-rol con autenticacion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450592" y="28346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249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088" y="2944368"/>
            <a:ext cx="914400" cy="685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450592" y="36576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96ED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542032" y="40690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Orquestacion de 4 contenedores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626864" y="28346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2EA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944368"/>
            <a:ext cx="914400" cy="6858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626864" y="36576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44F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718304" y="40690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CI/CD — despliegue continuo automatico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803136" y="2834640"/>
            <a:ext cx="1993392" cy="1874520"/>
          </a:xfrm>
          <a:prstGeom prst="rect">
            <a:avLst/>
          </a:prstGeom>
          <a:solidFill>
            <a:srgbClr val="1E3250"/>
          </a:solidFill>
          <a:ln w="25400">
            <a:solidFill>
              <a:srgbClr val="2AAB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632" y="2944368"/>
            <a:ext cx="914400" cy="6858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03136" y="36576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ABEE"/>
                </a:solidFill>
              </a:rPr>
              <a:t>Telegram API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6894576" y="40690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7"/>
                </a:solidFill>
              </a:rPr>
              <a:t>Alertas y notificaciones en tiempo real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"/>
            <a:ext cx="219456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Gracias!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Sistema de Automatizacion de Parking · ASIR 2025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8BA7C7"/>
          </a:solidFill>
          <a:ln w="12700">
            <a:solidFill>
              <a:srgbClr val="8BA7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Imad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292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9D"/>
                </a:solidFill>
              </a:rPr>
              <a:t>Hector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Automatizacion de Parking - ASIR</dc:title>
  <dc:subject>PptxGenJS Presentation</dc:subject>
  <dc:creator>Imad &amp; Hector</dc:creator>
  <cp:lastModifiedBy>Imad &amp; Hector</cp:lastModifiedBy>
  <cp:revision>1</cp:revision>
  <dcterms:created xsi:type="dcterms:W3CDTF">2026-05-18T19:30:02Z</dcterms:created>
  <dcterms:modified xsi:type="dcterms:W3CDTF">2026-05-18T19:30:02Z</dcterms:modified>
</cp:coreProperties>
</file>